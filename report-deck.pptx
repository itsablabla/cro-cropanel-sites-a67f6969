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C (74/100)  ·  10 findings  ·  3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coverage-check funnel, which is being bled by a dead-end /pricing page and a homepage with competing primary CTAs that dilute the visitor's next step. Fixing the /pricing error and consolidating CTAs to a single 'CHECK COVERAGE' action will recover the most revenue.</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2.1–9.4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Lab LCP of 46.4 s on mobile</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Measured in a lab load: the page's main content takes this long to appear on a mid-range phone; most visitors have bounc</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Competing primary CTAs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Multiple primary CTAs without hierarchy confuse the visitor about which action advances the funnel.</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Headline omits unlimited promise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hero headline fails to mention unlimited data, weakening the core value proposition.</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Lab CLS of 0.73 on mobile</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Measured in a lab load: the layout jumps while loading, causing mis-taps on the very buttons the funnel depends on.</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Lab TBT of 1,140 ms on mobile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Measured in a lab load: script work freezes the main thread, so taps and scrolls go dead during load.</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Review count and recency missing</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Social proof lacks review count and recency, weakening credibility.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LCP of 46.4 s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Largest Contentful Paint 46.4 s against a ‘good’ threshold of 2500ms. Lab data, not real-user field data — confirms the defect class"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page's main content takes this long to appear on a mid-range phone; most visitors have bounced long before.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primary CTAs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primary CTAs without hierarchy confuse the visitor about which action advances the funnel.</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Headline omits unlimited promise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“Reliable Internet That Works Anywhere in the U.S”."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hero headline fails to mention unlimited data, weakening the core value proposition.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CLS of 0.73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Cumulative Layout Shift 0.73 against a ‘good’ threshold of 0.1. Lab data, not real-user field data — confirms the defect class, not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the layout jumps while loading, causing mis-taps on the very buttons the funnel depends 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Lab TBT of 1,140 ms on mobile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"Lighthouse (mobile emulation, single synthetic run via DataForSEO): Total Blocking Time 1,140 ms against a ‘good’ threshold of 200ms. Lab data, not real-user field data — confirms the defect class, no"</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Measured in a lab load: script work freezes the main thread, so taps and scrolls go dead during load.</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Lab LCP of 46.4 s on mobile</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Dead-end pricing page error</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Headline omits unlimited promise</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Multiple forms with identical submit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Competing primary CTAs</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Lab CLS of 0.73 on mobile</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Lab TBT of 1,140 ms on mobile</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Review count and recency missing</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Funnel restarts on every page</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Value claims lack specifics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